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60" r:id="rId2"/>
    <p:sldId id="257" r:id="rId3"/>
    <p:sldId id="256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06001-F69B-4316-A9C2-CBDE77861236}" type="datetimeFigureOut">
              <a:rPr lang="es-ES" smtClean="0"/>
              <a:t>08/02/2024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5B31-F01B-4FDB-8001-AB7A5665E1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1741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06001-F69B-4316-A9C2-CBDE77861236}" type="datetimeFigureOut">
              <a:rPr lang="es-ES" smtClean="0"/>
              <a:t>08/02/2024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5B31-F01B-4FDB-8001-AB7A5665E1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789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06001-F69B-4316-A9C2-CBDE77861236}" type="datetimeFigureOut">
              <a:rPr lang="es-ES" smtClean="0"/>
              <a:t>08/02/2024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5B31-F01B-4FDB-8001-AB7A5665E1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4655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06001-F69B-4316-A9C2-CBDE77861236}" type="datetimeFigureOut">
              <a:rPr lang="es-ES" smtClean="0"/>
              <a:t>08/02/2024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5B31-F01B-4FDB-8001-AB7A5665E1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3357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06001-F69B-4316-A9C2-CBDE77861236}" type="datetimeFigureOut">
              <a:rPr lang="es-ES" smtClean="0"/>
              <a:t>08/02/2024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5B31-F01B-4FDB-8001-AB7A5665E1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018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06001-F69B-4316-A9C2-CBDE77861236}" type="datetimeFigureOut">
              <a:rPr lang="es-ES" smtClean="0"/>
              <a:t>08/02/2024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5B31-F01B-4FDB-8001-AB7A5665E1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0402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06001-F69B-4316-A9C2-CBDE77861236}" type="datetimeFigureOut">
              <a:rPr lang="es-ES" smtClean="0"/>
              <a:t>08/02/2024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5B31-F01B-4FDB-8001-AB7A5665E1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0267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06001-F69B-4316-A9C2-CBDE77861236}" type="datetimeFigureOut">
              <a:rPr lang="es-ES" smtClean="0"/>
              <a:t>08/02/2024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5B31-F01B-4FDB-8001-AB7A5665E1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3513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06001-F69B-4316-A9C2-CBDE77861236}" type="datetimeFigureOut">
              <a:rPr lang="es-ES" smtClean="0"/>
              <a:t>08/02/2024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5B31-F01B-4FDB-8001-AB7A5665E1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474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06001-F69B-4316-A9C2-CBDE77861236}" type="datetimeFigureOut">
              <a:rPr lang="es-ES" smtClean="0"/>
              <a:t>08/02/2024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5B31-F01B-4FDB-8001-AB7A5665E1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2868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06001-F69B-4316-A9C2-CBDE77861236}" type="datetimeFigureOut">
              <a:rPr lang="es-ES" smtClean="0"/>
              <a:t>08/02/2024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5B31-F01B-4FDB-8001-AB7A5665E145}" type="slidenum">
              <a:rPr lang="es-ES" smtClean="0"/>
              <a:t>‹Nº›</a:t>
            </a:fld>
            <a:endParaRPr lang="es-E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9872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06001-F69B-4316-A9C2-CBDE77861236}" type="datetimeFigureOut">
              <a:rPr lang="es-ES" smtClean="0"/>
              <a:t>08/02/2024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5B31-F01B-4FDB-8001-AB7A5665E1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9752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06001-F69B-4316-A9C2-CBDE77861236}" type="datetimeFigureOut">
              <a:rPr lang="es-ES" smtClean="0"/>
              <a:t>08/02/2024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5B31-F01B-4FDB-8001-AB7A5665E145}" type="slidenum">
              <a:rPr lang="es-ES" smtClean="0"/>
              <a:t>‹Nº›</a:t>
            </a:fld>
            <a:endParaRPr lang="es-E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05092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06001-F69B-4316-A9C2-CBDE77861236}" type="datetimeFigureOut">
              <a:rPr lang="es-ES" smtClean="0"/>
              <a:t>08/02/2024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5B31-F01B-4FDB-8001-AB7A5665E1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69291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06001-F69B-4316-A9C2-CBDE77861236}" type="datetimeFigureOut">
              <a:rPr lang="es-ES" smtClean="0"/>
              <a:t>08/02/2024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5B31-F01B-4FDB-8001-AB7A5665E1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85946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06001-F69B-4316-A9C2-CBDE77861236}" type="datetimeFigureOut">
              <a:rPr lang="es-ES" smtClean="0"/>
              <a:t>08/02/2024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5B31-F01B-4FDB-8001-AB7A5665E1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1578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06001-F69B-4316-A9C2-CBDE77861236}" type="datetimeFigureOut">
              <a:rPr lang="es-ES" smtClean="0"/>
              <a:t>08/02/2024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8ED5B31-F01B-4FDB-8001-AB7A5665E1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4636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5B30492-218B-455E-905B-AA91705F7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147" y="107641"/>
            <a:ext cx="6515903" cy="64940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Diagrama de flujo: tarjeta 4">
            <a:extLst>
              <a:ext uri="{FF2B5EF4-FFF2-40B4-BE49-F238E27FC236}">
                <a16:creationId xmlns:a16="http://schemas.microsoft.com/office/drawing/2014/main" id="{71CB2FC7-60FD-4E96-B6F9-1D80E904EEAC}"/>
              </a:ext>
            </a:extLst>
          </p:cNvPr>
          <p:cNvSpPr/>
          <p:nvPr/>
        </p:nvSpPr>
        <p:spPr>
          <a:xfrm>
            <a:off x="7001105" y="5570290"/>
            <a:ext cx="5190895" cy="1010628"/>
          </a:xfrm>
          <a:prstGeom prst="flowChartPunchedCard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Light" panose="020B0502040204020203" pitchFamily="34" charset="0"/>
              </a:rPr>
              <a:t>Primera Certificación </a:t>
            </a:r>
          </a:p>
          <a:p>
            <a:pPr algn="ctr"/>
            <a:r>
              <a:rPr lang="es-419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Light" panose="020B0502040204020203" pitchFamily="34" charset="0"/>
              </a:rPr>
              <a:t>ISO 9001</a:t>
            </a:r>
            <a:endParaRPr lang="es-ES" sz="32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8874C99B-CC0A-48F6-95E5-5CB743F31664}"/>
              </a:ext>
            </a:extLst>
          </p:cNvPr>
          <p:cNvGrpSpPr/>
          <p:nvPr/>
        </p:nvGrpSpPr>
        <p:grpSpPr>
          <a:xfrm>
            <a:off x="11131018" y="5167267"/>
            <a:ext cx="1060982" cy="634038"/>
            <a:chOff x="8263382" y="3011297"/>
            <a:chExt cx="1060982" cy="634038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348CC010-C997-4F7C-BE77-A23B1C5B6AD6}"/>
                </a:ext>
              </a:extLst>
            </p:cNvPr>
            <p:cNvSpPr/>
            <p:nvPr/>
          </p:nvSpPr>
          <p:spPr>
            <a:xfrm>
              <a:off x="8292518" y="3011297"/>
              <a:ext cx="1031846" cy="634038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5784FC32-1A08-488C-A1EF-1AB74CF927D5}"/>
                </a:ext>
              </a:extLst>
            </p:cNvPr>
            <p:cNvSpPr/>
            <p:nvPr/>
          </p:nvSpPr>
          <p:spPr>
            <a:xfrm>
              <a:off x="8263382" y="3066706"/>
              <a:ext cx="1031846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ES" sz="2800" b="1" cap="none" spc="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</a:rPr>
                <a:t>2018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1524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D5B7AD3-4626-4673-9D97-C15BC9ABD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361" y="246426"/>
            <a:ext cx="6445818" cy="63651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Diagrama de flujo: tarjeta 4">
            <a:extLst>
              <a:ext uri="{FF2B5EF4-FFF2-40B4-BE49-F238E27FC236}">
                <a16:creationId xmlns:a16="http://schemas.microsoft.com/office/drawing/2014/main" id="{D127F346-CA85-466E-95CF-57F590AF544B}"/>
              </a:ext>
            </a:extLst>
          </p:cNvPr>
          <p:cNvSpPr/>
          <p:nvPr/>
        </p:nvSpPr>
        <p:spPr>
          <a:xfrm>
            <a:off x="7001105" y="5600945"/>
            <a:ext cx="5190895" cy="1010628"/>
          </a:xfrm>
          <a:prstGeom prst="flowChartPunchedCard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Light" panose="020B0502040204020203" pitchFamily="34" charset="0"/>
              </a:rPr>
              <a:t>Primera Certificación </a:t>
            </a:r>
          </a:p>
          <a:p>
            <a:pPr algn="ctr"/>
            <a:r>
              <a:rPr lang="es-419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Light" panose="020B0502040204020203" pitchFamily="34" charset="0"/>
              </a:rPr>
              <a:t>ISO 45001 - ISO 14001 </a:t>
            </a:r>
            <a:endParaRPr lang="es-ES" sz="32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FCD117A9-2044-4D5A-8D9D-E6CC86C24C3B}"/>
              </a:ext>
            </a:extLst>
          </p:cNvPr>
          <p:cNvGrpSpPr/>
          <p:nvPr/>
        </p:nvGrpSpPr>
        <p:grpSpPr>
          <a:xfrm>
            <a:off x="11131018" y="5167267"/>
            <a:ext cx="1060982" cy="634038"/>
            <a:chOff x="8263382" y="3011297"/>
            <a:chExt cx="1060982" cy="634038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C04E33A9-AD0A-4AD7-9A9D-6D6AF2863526}"/>
                </a:ext>
              </a:extLst>
            </p:cNvPr>
            <p:cNvSpPr/>
            <p:nvPr/>
          </p:nvSpPr>
          <p:spPr>
            <a:xfrm>
              <a:off x="8292518" y="3011297"/>
              <a:ext cx="1031846" cy="634038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3F626B2F-AF94-4D41-96CC-C7141438D5E4}"/>
                </a:ext>
              </a:extLst>
            </p:cNvPr>
            <p:cNvSpPr/>
            <p:nvPr/>
          </p:nvSpPr>
          <p:spPr>
            <a:xfrm>
              <a:off x="8263382" y="3066706"/>
              <a:ext cx="1031846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ES" sz="2800" b="1" cap="none" spc="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</a:rPr>
                <a:t>2020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2547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EDFBD7D-200F-4C2D-A8A6-27815A7DD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365" y="171974"/>
            <a:ext cx="6593747" cy="65140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Diagrama de flujo: tarjeta 13">
            <a:extLst>
              <a:ext uri="{FF2B5EF4-FFF2-40B4-BE49-F238E27FC236}">
                <a16:creationId xmlns:a16="http://schemas.microsoft.com/office/drawing/2014/main" id="{E202EAE3-27F9-448B-8708-75B1B455EFE2}"/>
              </a:ext>
            </a:extLst>
          </p:cNvPr>
          <p:cNvSpPr/>
          <p:nvPr/>
        </p:nvSpPr>
        <p:spPr>
          <a:xfrm>
            <a:off x="7001105" y="5675397"/>
            <a:ext cx="5190895" cy="1010628"/>
          </a:xfrm>
          <a:prstGeom prst="flowChartPunchedCard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Light" panose="020B0502040204020203" pitchFamily="34" charset="0"/>
              </a:rPr>
              <a:t> </a:t>
            </a:r>
            <a:r>
              <a:rPr lang="es-419" sz="2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Light" panose="020B0502040204020203" pitchFamily="34" charset="0"/>
              </a:rPr>
              <a:t>Recertificación </a:t>
            </a:r>
          </a:p>
          <a:p>
            <a:pPr algn="ctr"/>
            <a:r>
              <a:rPr lang="es-419" sz="2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Light" panose="020B0502040204020203" pitchFamily="34" charset="0"/>
              </a:rPr>
              <a:t>ISO 45001 - ISO 14001 - ISO 9001 </a:t>
            </a:r>
            <a:endParaRPr lang="es-ES" sz="2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1DADD96-25D9-4558-AC4E-A2A049000287}"/>
              </a:ext>
            </a:extLst>
          </p:cNvPr>
          <p:cNvGrpSpPr/>
          <p:nvPr/>
        </p:nvGrpSpPr>
        <p:grpSpPr>
          <a:xfrm>
            <a:off x="11131018" y="5167267"/>
            <a:ext cx="1060982" cy="634038"/>
            <a:chOff x="8263382" y="3011297"/>
            <a:chExt cx="1060982" cy="634038"/>
          </a:xfrm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F38ECE56-6EBA-46D3-AA79-57755170FB4B}"/>
                </a:ext>
              </a:extLst>
            </p:cNvPr>
            <p:cNvSpPr/>
            <p:nvPr/>
          </p:nvSpPr>
          <p:spPr>
            <a:xfrm>
              <a:off x="8292518" y="3011297"/>
              <a:ext cx="1031846" cy="634038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82A9501F-AED2-4561-8912-353133113B45}"/>
                </a:ext>
              </a:extLst>
            </p:cNvPr>
            <p:cNvSpPr/>
            <p:nvPr/>
          </p:nvSpPr>
          <p:spPr>
            <a:xfrm>
              <a:off x="8263382" y="3066706"/>
              <a:ext cx="1031846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ES" sz="2800" b="1" cap="none" spc="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</a:rPr>
                <a:t>2023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8030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F6B3C0B-8871-41BB-A802-B1E8920F5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92" y="437640"/>
            <a:ext cx="7552888" cy="62232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Diagrama de flujo: tarjeta 5">
            <a:extLst>
              <a:ext uri="{FF2B5EF4-FFF2-40B4-BE49-F238E27FC236}">
                <a16:creationId xmlns:a16="http://schemas.microsoft.com/office/drawing/2014/main" id="{570BCD70-0F3A-468D-AFC7-EC533A8967DA}"/>
              </a:ext>
            </a:extLst>
          </p:cNvPr>
          <p:cNvSpPr/>
          <p:nvPr/>
        </p:nvSpPr>
        <p:spPr>
          <a:xfrm>
            <a:off x="7001105" y="5595948"/>
            <a:ext cx="5190895" cy="1010628"/>
          </a:xfrm>
          <a:prstGeom prst="flowChartPunchedCard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Light" panose="020B0502040204020203" pitchFamily="34" charset="0"/>
              </a:rPr>
              <a:t> </a:t>
            </a:r>
            <a:r>
              <a:rPr lang="es-419" sz="2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Light" panose="020B0502040204020203" pitchFamily="34" charset="0"/>
              </a:rPr>
              <a:t>Recertificación </a:t>
            </a:r>
          </a:p>
          <a:p>
            <a:pPr algn="ctr"/>
            <a:r>
              <a:rPr lang="es-419" sz="2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Light" panose="020B0502040204020203" pitchFamily="34" charset="0"/>
              </a:rPr>
              <a:t>ISO 45001 - ISO 14001 - ISO 9001 </a:t>
            </a:r>
            <a:endParaRPr lang="es-ES" sz="2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2276EAD-316E-4F01-940A-6C722AD49C40}"/>
              </a:ext>
            </a:extLst>
          </p:cNvPr>
          <p:cNvGrpSpPr/>
          <p:nvPr/>
        </p:nvGrpSpPr>
        <p:grpSpPr>
          <a:xfrm>
            <a:off x="11131018" y="5167267"/>
            <a:ext cx="1060982" cy="634038"/>
            <a:chOff x="8263382" y="3011297"/>
            <a:chExt cx="1060982" cy="634038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3FF6FF2D-8447-45BE-B245-9BBD399EF85D}"/>
                </a:ext>
              </a:extLst>
            </p:cNvPr>
            <p:cNvSpPr/>
            <p:nvPr/>
          </p:nvSpPr>
          <p:spPr>
            <a:xfrm>
              <a:off x="8292518" y="3011297"/>
              <a:ext cx="1031846" cy="634038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C8E19A7-CB79-4256-9832-D08F607D3DCD}"/>
                </a:ext>
              </a:extLst>
            </p:cNvPr>
            <p:cNvSpPr/>
            <p:nvPr/>
          </p:nvSpPr>
          <p:spPr>
            <a:xfrm>
              <a:off x="8263382" y="3066706"/>
              <a:ext cx="1031846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ES" sz="2800" b="1" cap="none" spc="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</a:rPr>
                <a:t>2023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8623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DDEFC9D-EAF7-424E-A0A6-BAB99E531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779" y="287231"/>
            <a:ext cx="7570669" cy="63741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Diagrama de flujo: tarjeta 4">
            <a:extLst>
              <a:ext uri="{FF2B5EF4-FFF2-40B4-BE49-F238E27FC236}">
                <a16:creationId xmlns:a16="http://schemas.microsoft.com/office/drawing/2014/main" id="{33A1E1FB-A707-4484-8EAE-BB14E0000A03}"/>
              </a:ext>
            </a:extLst>
          </p:cNvPr>
          <p:cNvSpPr/>
          <p:nvPr/>
        </p:nvSpPr>
        <p:spPr>
          <a:xfrm>
            <a:off x="7001105" y="5598668"/>
            <a:ext cx="5190895" cy="1010628"/>
          </a:xfrm>
          <a:prstGeom prst="flowChartPunchedCard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Light" panose="020B0502040204020203" pitchFamily="34" charset="0"/>
              </a:rPr>
              <a:t> </a:t>
            </a:r>
            <a:r>
              <a:rPr lang="es-419" sz="2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Light" panose="020B0502040204020203" pitchFamily="34" charset="0"/>
              </a:rPr>
              <a:t>Recertificación </a:t>
            </a:r>
          </a:p>
          <a:p>
            <a:pPr algn="ctr"/>
            <a:r>
              <a:rPr lang="es-419" sz="2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Light" panose="020B0502040204020203" pitchFamily="34" charset="0"/>
              </a:rPr>
              <a:t>ISO 45001 - ISO 14001 - ISO 9001 </a:t>
            </a:r>
            <a:endParaRPr lang="es-ES" sz="2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25B3E3E4-8E62-4724-859A-6F637505B2DD}"/>
              </a:ext>
            </a:extLst>
          </p:cNvPr>
          <p:cNvGrpSpPr/>
          <p:nvPr/>
        </p:nvGrpSpPr>
        <p:grpSpPr>
          <a:xfrm>
            <a:off x="11131018" y="5167267"/>
            <a:ext cx="1060982" cy="634038"/>
            <a:chOff x="8263382" y="3011297"/>
            <a:chExt cx="1060982" cy="634038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BD2ABCA6-7521-4BF5-A4E0-63F42E229505}"/>
                </a:ext>
              </a:extLst>
            </p:cNvPr>
            <p:cNvSpPr/>
            <p:nvPr/>
          </p:nvSpPr>
          <p:spPr>
            <a:xfrm>
              <a:off x="8292518" y="3011297"/>
              <a:ext cx="1031846" cy="634038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81CF687D-7A84-470C-ABF7-3E49339E8F6E}"/>
                </a:ext>
              </a:extLst>
            </p:cNvPr>
            <p:cNvSpPr/>
            <p:nvPr/>
          </p:nvSpPr>
          <p:spPr>
            <a:xfrm>
              <a:off x="8263382" y="3066706"/>
              <a:ext cx="1031846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ES" sz="2800" b="1" cap="none" spc="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</a:rPr>
                <a:t>2023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5089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51</TotalTime>
  <Words>46</Words>
  <Application>Microsoft Office PowerPoint</Application>
  <PresentationFormat>Panorámica</PresentationFormat>
  <Paragraphs>15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Bahnschrift Light</vt:lpstr>
      <vt:lpstr>Trebuchet MS</vt:lpstr>
      <vt:lpstr>Wingdings 3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JAVIER MARULANDA GIRALDO</dc:creator>
  <cp:lastModifiedBy>FRANCISCO JAVIER MARULANDA GIRALDO</cp:lastModifiedBy>
  <cp:revision>6</cp:revision>
  <dcterms:created xsi:type="dcterms:W3CDTF">2024-02-06T21:47:05Z</dcterms:created>
  <dcterms:modified xsi:type="dcterms:W3CDTF">2024-02-08T19:38:47Z</dcterms:modified>
</cp:coreProperties>
</file>